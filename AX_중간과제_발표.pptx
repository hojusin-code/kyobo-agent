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탐험대 중간 과제 발표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교보문고 발주 AI Agent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신간 이슈 분석부터 발주 확정까지, AI가 추천하는 발주 시스템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4572000"/>
            <a:ext cx="2926080" cy="0"/>
          </a:xfrm>
          <a:prstGeom prst="line">
            <a:avLst/>
          </a:prstGeom>
          <a:noFill/>
          <a:ln w="12700">
            <a:solidFill>
              <a:srgbClr val="4A5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00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 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대구점 신호주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발표일 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7월 1일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목표: 실시간 데이터로 작동하는 발주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EAF0FB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5740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신간 입고 당일, 담당자가 ISBN 하나만 입력하면 실시간 판매 데이터 기반으로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AI가 발주량과 근거를 즉시 제시하고, 확정 즉시 기존 발주 시스템으로 바로 넘어가는 시스템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기한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1개월 내 — 목업 데이터를 실제 회사 DB 연동으로 전환하여 대구점 현장에서 시범 사용 가능한 수준으로 완성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필요한가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425196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신간 입고 당일 수십 종을 빠르게 검토·결정해야 하는데, 기존엔 경험에 의존 — 시간 소모가 크고 과재고·품절 리스크가 존재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말씀드릴 순서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비전 → 데모 → 실증 → 요청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EAF0FB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비전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목표를 먼저 보여드립니다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10712" y="201168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EAF0FB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9312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39312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데모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39312" y="33832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구현된 화면을 직접 시연합니다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81344" y="201168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FFF6E9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9944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7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9944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실증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9944" y="33832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회사 데이터를 넣어 무엇이 막히는지 증명합니다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51976" y="201168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EAF0FB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0576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180576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요청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80576" y="33832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무엇을 지원해야 하는지 말씀드립니다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메시지: 방향과 로직은 검증됐다. 실제 데이터만 연결되면 1개월 안에 현장에서 쓸 수 있다.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DEMO · 개발 결과물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지금까지 만든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713232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926080" y="196596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HTML 파일 (프레임워크 없음) — Claude Code로 비개발자가 직접 설계·수정·배포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79192"/>
            <a:ext cx="1088136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79192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URL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926080" y="267919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https://kyobo-agent.vercel.app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392424"/>
            <a:ext cx="10881360" cy="713232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92424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26080" y="3392424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https://github.com/hojusin-code/kyobo-agent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05656"/>
            <a:ext cx="1088136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05656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커밋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26080" y="4105656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c1fbc21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18888"/>
            <a:ext cx="10881360" cy="713232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81888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방식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926080" y="481888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모바일·PC 모두 지원 — 재고 담당자가 현장에서 즉시 사용 가능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DEMO · 화면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이슈 신간 분석 (메인 화면)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입고된 신간 목록을 이슈 점수 순으로 자동 정렬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분야별 탭 필터 — 소설·경제경영·인문·자기계발·아동·만화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 범위 조회 — 오늘 / 어제 / 3일 / 1주일 / 직접 입력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테이블형 리스트로 도서명·저자·이슈점수·재고·예상판매·AI 추천발주를 한눈에 확인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카드 — 입고 신간 수 / 우선 검토 종수 / 예상 추가매출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DEMO · 화면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발주 분석 및 확정 (결과 화면)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권장 발주 수량 (대형 파란 카드) — 계산 공식을 투명하게 표시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직전권 7일 / 14일 판매 데이터 카드 — 과재고 방지 핵심 지표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발주 근거 5가지 체크리스트 — 직전권·저자 대표작·시리즈 평균·시장 성장률·재고 소진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재고·입고·직원 조정 입력 + 최종 발주 확정 (빨간 버튼) — 한 화면에서 완결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DEMO · 핵심 로직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발주 계산 공식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2834640"/>
          </a:xfrm>
          <a:prstGeom prst="roundRect">
            <a:avLst>
              <a:gd name="adj" fmla="val 2581"/>
            </a:avLst>
          </a:prstGeom>
          <a:solidFill>
            <a:srgbClr val="16204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48840"/>
            <a:ext cx="10149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C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기준수량 = 직전권 7일 판매 × 60%  +  시리즈 평균 7일 × 40%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C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(시리즈 1권뿐이면 직전권 100%)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C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C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예측 7일 판매량 = 기준수량 × 시리즈 추세 보정(×0.92~1.12) × 시장 성장률 보정(×0.97~1.06)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C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C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추천 발주량 = 예측 7일 판매량 − 현재 재고 − 입고 예정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983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설계 의도: 직전 2주 판매량을 7일 기준으로 쪼개어 사용 → 뒤늦게 판매되는 신간 특성 반영, 과재고 방지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DEMO · 핵심 로직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이슈 점수 산정 기준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27432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6035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가중치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저자 인지도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대표작 누적 판매 · 2주 집중률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시리즈 연계성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시리즈 권수 · 판매 추이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시장 성장률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분야별 카테고리 성장 데이터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트렌드 지수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실시간 검색 관심도 · SNS 반응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로직 설계는 완료. 실제 점수 산출을 위한 원천 데이터 연동이 다음 과제 (6번 슬라이드에서 확인)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실증 · 핵심 슬라이드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실데이터로 검증한 결과 — “방향이 맞다”는 증거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회사로부터 받은 실제 신간목록 29종 + 판매 데이터 1,004종을 목업이 아닌 실제 화면에 직접 연동해서 테스트함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881360" cy="2331720"/>
        </p:xfrm>
        <a:graphic>
          <a:graphicData uri="http://schemas.openxmlformats.org/drawingml/2006/table">
            <a:tbl>
              <a:tblPr/>
              <a:tblGrid>
                <a:gridCol w="3474720"/>
                <a:gridCol w="4114800"/>
                <a:gridCol w="3291840"/>
              </a:tblGrid>
              <a:tr h="5829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받은 데이터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계산식이 필요로 하는 데이터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화면 결과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직전권 누적 판매수량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직전권 출간일 기준 7일/14일 판매량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7일/14일 카드 → 0권 (데이터없음)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입고예정일만 있음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재고 + 입고예정 수량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재고/입고 → 0권 (미제공)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도서 마스터(제목·저자·카테고리)만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저자·시리즈·시장·트렌드 점수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이슈점수 → “데이터없음”, 우선검토 0종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6E9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 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30종을 직접 화면에 태워본 결과, 시스템 자체는 실데이터를 받을 준비가 끝났고 막혀있는 건 데이터뿐이라는 게 명확히 증명됨.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요청 · 회사에 필요한 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회사 지원 요청 사항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사번 로그인 시 해당 지점으로 자동 세팅 필요 (현재 통유시스템 로그인 기준)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02152" cy="4023360"/>
          </a:xfrm>
          <a:prstGeom prst="roundRect">
            <a:avLst>
              <a:gd name="adj" fmla="val 2089"/>
            </a:avLst>
          </a:prstGeom>
          <a:solidFill>
            <a:srgbClr val="FDEDEC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402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즉시 필요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30449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판매 데이터 API — ISBN별 7일/14일 판매량, 재고, 입고예정 수량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신간 입고 데이터 자동 연동 — 당일 입고 리스트 + 수량 자동 푸시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2057400"/>
            <a:ext cx="3502152" cy="4023360"/>
          </a:xfrm>
          <a:prstGeom prst="roundRect">
            <a:avLst>
              <a:gd name="adj" fmla="val 2089"/>
            </a:avLst>
          </a:prstGeom>
          <a:solidFill>
            <a:srgbClr val="FFF6E9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22402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7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중기 필요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53712" y="2788920"/>
            <a:ext cx="30449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배포 환경 — Vercel 개인 계정 → 사내 인트라넷/접근 제어 서버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발주 확정 시스템 연동 — 클립보드 복사 → 발주 시스템 직접 전송 API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10144" y="2057400"/>
            <a:ext cx="3502152" cy="4023360"/>
          </a:xfrm>
          <a:prstGeom prst="roundRect">
            <a:avLst>
              <a:gd name="adj" fmla="val 2089"/>
            </a:avLst>
          </a:prstGeom>
          <a:solidFill>
            <a:srgbClr val="EAF6EE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38744" y="22402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장기 검토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38744" y="2788920"/>
            <a:ext cx="30449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트렌드 데이터 연동 — 네이버 검색량, SNS, yes24·알라딘 등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사용자 지원 / 발주 이력 관리 (추천 vs 실제 결과 비교)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· 현재 한계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현재 한계 및 개선 방향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2926080"/>
        </p:xfrm>
        <a:graphic>
          <a:graphicData uri="http://schemas.openxmlformats.org/drawingml/2006/table">
            <a:tbl>
              <a:tblPr/>
              <a:tblGrid>
                <a:gridCol w="2560320"/>
                <a:gridCol w="4114800"/>
                <a:gridCol w="420624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한계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개선 방향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목업 + 일부 실데이터(누적치만)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7일/14일 단위 실시간 DB 연동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발주 확정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클립보드 복사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발주 시스템 API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트렌드 분석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카테고리 고정값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네이버/SNS 실시간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접근 제어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 (공개 URL)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사내 인증 연동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방향과 로직은 검증됐다.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데이터만 연결되면 1개월 안에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현장에서 쓸 수 있다.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5074920"/>
            <a:ext cx="2926080" cy="0"/>
          </a:xfrm>
          <a:prstGeom prst="line">
            <a:avLst/>
          </a:prstGeom>
          <a:noFill/>
          <a:ln w="12700">
            <a:solidFill>
              <a:srgbClr val="4A5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5257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 — 신호주 (대구점)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교보문고 AI 발주 Agent — AX 탐험대 중간 과제 발표</dc:title>
  <dc:subject>PptxGenJS Presentation</dc:subject>
  <dc:creator>신호주</dc:creator>
  <cp:lastModifiedBy>신호주</cp:lastModifiedBy>
  <cp:revision>1</cp:revision>
  <dcterms:created xsi:type="dcterms:W3CDTF">2026-06-29T08:56:15Z</dcterms:created>
  <dcterms:modified xsi:type="dcterms:W3CDTF">2026-06-29T08:56:15Z</dcterms:modified>
</cp:coreProperties>
</file>